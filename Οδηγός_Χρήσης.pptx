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8ECC-14D9-074E-CACB-B4F874A30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EE2C6-0C78-DB4A-A535-1BFC9A561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8ED4C-5104-E21E-73FB-326E629A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84D8-319E-55F4-8CF1-01AAB79E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81A5-2C6F-C1C4-FD20-BA2BF940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2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C7B4-BE2E-DAEA-0A6A-4C5B8AE1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9DD01-38DA-B7C3-3CA5-E908F621B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0A4B6-61FF-3467-55CE-12DB92C9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7A7B5-A2F3-F4C8-8735-6CF5CF15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54306-827C-2D72-74E1-7616A79F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0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7056-3063-9399-7147-1D6AF3672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2B71C-4260-AF1F-DA10-F50A0B405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A66CE-4DE3-A875-C130-287787E2C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802CD-78EF-CEB8-AB4E-CA2EAEE8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D07C9-CF15-2BC8-8FAE-A3F3A7B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52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5C21-1AB4-7405-EC8F-E6193262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4DE80-A1DA-EF9C-3022-C1A39AC14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AD39A-A779-AC3F-2EAA-094DC94E9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7BD46-58D4-2BCE-B5F7-B5407172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A4EFA-53FD-3021-8EA5-6D80FD95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98FB2-E230-5CB0-DE27-433514C2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3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82E8-63CF-D4D7-BA38-0D0E0E0E7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3C427-C522-CFFA-7200-2ABC008C8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6AC7F-30D2-A521-4613-77B7AD3D9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B3FD3-97ED-BEE4-426D-8F600E63E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EFC5B-5641-0342-3636-0AC4E6C61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C0753-5132-445C-C82C-02FCDE78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A92E84-45EF-A0A7-6A68-36DC9DCE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E0208-229F-E574-33D0-77F3BBA8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6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26E81-FDA3-C13A-734E-E7F43D9A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43270-FFE4-4AF1-DEA6-4B710C01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67A87-E47F-469A-3234-578C4EDF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53B27-0018-257F-727F-3C512FBE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31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5742D-A578-3E6B-2BA1-ADD1E0E5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CADE96-E5E3-EA14-F5B4-CC77B1F5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93D06-E8FD-43CD-722B-331675C5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7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E3F1-C01F-9C66-4319-96CAE2F2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02B51-6C43-5315-B066-56C22B98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ABB86-30F2-8832-58BF-6D6B62E72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1F949-BBB7-DF9E-D193-E306B266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F803A-B3B7-C817-67F0-7E390466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1F014-2B0F-3228-FC7E-69B83DD3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3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30B8-FB8A-6D04-0557-9C86CA1E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BA138-A129-F999-29E9-1641DFF7A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7C6CE-4F66-B122-CB7E-F49BD9E58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A5912-C7D0-3453-513C-BBFC2A4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409A6-FAEA-350C-9905-9E9D987D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36E33-C11A-4515-02EF-E15193C8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2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7E7F-B064-BEEB-F032-FB035EAC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00312-396D-8F2F-AE0F-108407F13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D7221-E8EB-81EC-2893-FFC7D8F9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B8FDE-A118-A536-3F24-48A314EF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1E3F2-3CE4-455E-DB04-C534DFF8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5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F5ADB-A0A8-F6D8-C8EF-98AE59C7A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C9078-F112-18A4-E6DA-5181DEACE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24CA2-0FBF-2CFF-2148-10D27C4A4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ABA39-BB06-DA32-1308-B1934661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C5753-6A6D-1851-D80B-775A7D8C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2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03E8B-C08F-080A-23EE-D592732D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EC09C-10E3-59D0-21ED-225CED19C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4EEEE-127D-016E-6E57-B9C0F8E67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C6247-7F23-44CA-BEB2-D80385285F21}" type="datetimeFigureOut">
              <a:rPr lang="en-US" smtClean="0"/>
              <a:t>03/05/2026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910D-DA45-97DA-A631-F9BE9E927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DE32B-966F-A924-E6BF-DD61FB06F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66B40-6C1A-4BF1-9B60-03B977224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5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8F1B8F-2597-C1C8-864A-46ED18FEB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496BDD-09C6-4517-5909-30D575286334}"/>
              </a:ext>
            </a:extLst>
          </p:cNvPr>
          <p:cNvSpPr/>
          <p:nvPr/>
        </p:nvSpPr>
        <p:spPr>
          <a:xfrm>
            <a:off x="8908026" y="599768"/>
            <a:ext cx="1101213" cy="53290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5C3DA-DC97-A6D3-12E7-8939FC37E638}"/>
              </a:ext>
            </a:extLst>
          </p:cNvPr>
          <p:cNvSpPr txBox="1"/>
          <p:nvPr/>
        </p:nvSpPr>
        <p:spPr>
          <a:xfrm>
            <a:off x="7138218" y="176981"/>
            <a:ext cx="5053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Αυτή η στήλη</a:t>
            </a:r>
            <a:r>
              <a:rPr lang="en-US" dirty="0"/>
              <a:t> </a:t>
            </a:r>
            <a:r>
              <a:rPr lang="el-GR" dirty="0"/>
              <a:t>διόρθωσης αντιστοιχεί στο </a:t>
            </a:r>
            <a:r>
              <a:rPr lang="en-US" dirty="0"/>
              <a:t>TAN</a:t>
            </a:r>
            <a:r>
              <a:rPr lang="el-GR" dirty="0"/>
              <a:t>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5ADE1-E686-3DA3-651D-F437EC7C4348}"/>
              </a:ext>
            </a:extLst>
          </p:cNvPr>
          <p:cNvSpPr/>
          <p:nvPr/>
        </p:nvSpPr>
        <p:spPr>
          <a:xfrm>
            <a:off x="81280" y="2550160"/>
            <a:ext cx="1178560" cy="2844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964F1-77D4-9D89-7EC6-585582AD1D4F}"/>
              </a:ext>
            </a:extLst>
          </p:cNvPr>
          <p:cNvSpPr txBox="1"/>
          <p:nvPr/>
        </p:nvSpPr>
        <p:spPr>
          <a:xfrm>
            <a:off x="1412240" y="2550160"/>
            <a:ext cx="3068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Το βασικό άνοιγμα της </a:t>
            </a:r>
            <a:r>
              <a:rPr lang="el-GR" dirty="0" err="1"/>
              <a:t>ευθυγραμμίας</a:t>
            </a:r>
            <a:r>
              <a:rPr lang="el-GR" dirty="0"/>
              <a:t> υπολογίζεται αυτόματα και δεν αλλάζει.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BDC76-E7A2-41F0-8007-70481743B8D3}"/>
              </a:ext>
            </a:extLst>
          </p:cNvPr>
          <p:cNvSpPr txBox="1"/>
          <p:nvPr/>
        </p:nvSpPr>
        <p:spPr>
          <a:xfrm>
            <a:off x="1412240" y="914400"/>
            <a:ext cx="2834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Τα πεδία ανοιγμάτων και </a:t>
            </a:r>
          </a:p>
          <a:p>
            <a:r>
              <a:rPr lang="el-GR" dirty="0"/>
              <a:t>υψομετρικών επιδέχονται</a:t>
            </a:r>
          </a:p>
          <a:p>
            <a:r>
              <a:rPr lang="en-US" dirty="0"/>
              <a:t>copy-paste</a:t>
            </a:r>
          </a:p>
        </p:txBody>
      </p:sp>
    </p:spTree>
    <p:extLst>
      <p:ext uri="{BB962C8B-B14F-4D97-AF65-F5344CB8AC3E}">
        <p14:creationId xmlns:p14="http://schemas.microsoft.com/office/powerpoint/2010/main" val="1840167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9F7C12-510B-9964-4DEC-1A2732EE4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EECD423-5B75-ACE1-43D4-FFE139950E1B}"/>
              </a:ext>
            </a:extLst>
          </p:cNvPr>
          <p:cNvSpPr/>
          <p:nvPr/>
        </p:nvSpPr>
        <p:spPr>
          <a:xfrm>
            <a:off x="2703871" y="4837471"/>
            <a:ext cx="1337187" cy="452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5DDF2F-4E63-3093-27EA-6C5A6F1CADED}"/>
              </a:ext>
            </a:extLst>
          </p:cNvPr>
          <p:cNvSpPr/>
          <p:nvPr/>
        </p:nvSpPr>
        <p:spPr>
          <a:xfrm>
            <a:off x="4336026" y="3529781"/>
            <a:ext cx="884903" cy="3441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184E2-DF56-A998-AFBD-4B5BFE7B5DFC}"/>
              </a:ext>
            </a:extLst>
          </p:cNvPr>
          <p:cNvSpPr txBox="1"/>
          <p:nvPr/>
        </p:nvSpPr>
        <p:spPr>
          <a:xfrm>
            <a:off x="2261419" y="4837471"/>
            <a:ext cx="1779639" cy="379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FB71A-E602-419C-2F58-010AF0E3954F}"/>
              </a:ext>
            </a:extLst>
          </p:cNvPr>
          <p:cNvSpPr txBox="1"/>
          <p:nvPr/>
        </p:nvSpPr>
        <p:spPr>
          <a:xfrm>
            <a:off x="3948692" y="3529781"/>
            <a:ext cx="77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2)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9DF8E-93B9-307F-0681-3371E6967BC4}"/>
              </a:ext>
            </a:extLst>
          </p:cNvPr>
          <p:cNvSpPr txBox="1"/>
          <p:nvPr/>
        </p:nvSpPr>
        <p:spPr>
          <a:xfrm>
            <a:off x="6329680" y="121920"/>
            <a:ext cx="501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ΤΡΟΠΟΣ ΕΙΣΑΓΩΓΗΣ ΝΕΟΥ ΑΓΩΓΟΥ</a:t>
            </a:r>
          </a:p>
        </p:txBody>
      </p:sp>
    </p:spTree>
    <p:extLst>
      <p:ext uri="{BB962C8B-B14F-4D97-AF65-F5344CB8AC3E}">
        <p14:creationId xmlns:p14="http://schemas.microsoft.com/office/powerpoint/2010/main" val="402902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319233-0EA0-A57F-14D9-9FEBA81AD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21D3B3-0BB5-3186-31F6-6F3BEFC0DFE4}"/>
              </a:ext>
            </a:extLst>
          </p:cNvPr>
          <p:cNvSpPr txBox="1"/>
          <p:nvPr/>
        </p:nvSpPr>
        <p:spPr>
          <a:xfrm>
            <a:off x="1415845" y="5103674"/>
            <a:ext cx="3303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3) Ο νέος αγωγός εμφανίζεται στη λίστα.</a:t>
            </a:r>
            <a:br>
              <a:rPr lang="el-GR" dirty="0"/>
            </a:br>
            <a:br>
              <a:rPr lang="el-GR" dirty="0"/>
            </a:br>
            <a:r>
              <a:rPr lang="el-GR" dirty="0"/>
              <a:t>Αν το πρόγραμμα κλείσει, χρειάζεται ξανά φόρτωμα εκ νέου.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7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651BA5-0F70-71F2-63CB-84C0F277A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FA47C-12A9-5B0D-4E17-FA66C35357E0}"/>
              </a:ext>
            </a:extLst>
          </p:cNvPr>
          <p:cNvSpPr txBox="1"/>
          <p:nvPr/>
        </p:nvSpPr>
        <p:spPr>
          <a:xfrm>
            <a:off x="1838960" y="2174240"/>
            <a:ext cx="75387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Το </a:t>
            </a:r>
            <a:r>
              <a:rPr lang="en-US" dirty="0">
                <a:solidFill>
                  <a:schemeClr val="bg1"/>
                </a:solidFill>
              </a:rPr>
              <a:t>template </a:t>
            </a:r>
            <a:r>
              <a:rPr lang="el-GR" dirty="0">
                <a:solidFill>
                  <a:schemeClr val="bg1"/>
                </a:solidFill>
              </a:rPr>
              <a:t>του αρχείου πρέπει να έχει υποχρεωτικά την παραπάνω μορφή.</a:t>
            </a:r>
            <a:r>
              <a:rPr lang="en-US" dirty="0">
                <a:solidFill>
                  <a:schemeClr val="bg1"/>
                </a:solidFill>
              </a:rPr>
              <a:t> Y</a:t>
            </a:r>
            <a:r>
              <a:rPr lang="el-GR" dirty="0" err="1">
                <a:solidFill>
                  <a:schemeClr val="bg1"/>
                </a:solidFill>
              </a:rPr>
              <a:t>πόδειγμα</a:t>
            </a:r>
            <a:r>
              <a:rPr lang="el-GR" dirty="0">
                <a:solidFill>
                  <a:schemeClr val="bg1"/>
                </a:solidFill>
              </a:rPr>
              <a:t> του </a:t>
            </a:r>
            <a:r>
              <a:rPr lang="en-US" dirty="0">
                <a:solidFill>
                  <a:schemeClr val="bg1"/>
                </a:solidFill>
              </a:rPr>
              <a:t>template </a:t>
            </a:r>
            <a:r>
              <a:rPr lang="el-GR" dirty="0">
                <a:solidFill>
                  <a:schemeClr val="bg1"/>
                </a:solidFill>
              </a:rPr>
              <a:t>μπορεί να βρεθεί στην ίδια τοποθεσία με αυτόν τον οδηγό. Το όνομα του αρχείου δεν έχει σημασία, αλλά πρέπει να είναι σε μορφή .</a:t>
            </a:r>
            <a:r>
              <a:rPr lang="en-US" dirty="0">
                <a:solidFill>
                  <a:schemeClr val="bg1"/>
                </a:solidFill>
              </a:rPr>
              <a:t>txt</a:t>
            </a:r>
            <a:endParaRPr lang="el-GR" dirty="0">
              <a:solidFill>
                <a:schemeClr val="bg1"/>
              </a:solidFill>
            </a:endParaRPr>
          </a:p>
          <a:p>
            <a:endParaRPr lang="el-GR" dirty="0">
              <a:solidFill>
                <a:schemeClr val="bg1"/>
              </a:solidFill>
            </a:endParaRPr>
          </a:p>
          <a:p>
            <a:r>
              <a:rPr lang="el-GR" dirty="0">
                <a:solidFill>
                  <a:schemeClr val="bg1"/>
                </a:solidFill>
              </a:rPr>
              <a:t>Αλλαγή επιδέχονται μόνο τα νούμερα, καθώς και το όνομα του αγωγού.</a:t>
            </a:r>
          </a:p>
          <a:p>
            <a:endParaRPr lang="el-GR" dirty="0">
              <a:solidFill>
                <a:schemeClr val="bg1"/>
              </a:solidFill>
            </a:endParaRPr>
          </a:p>
          <a:p>
            <a:r>
              <a:rPr lang="el-GR" dirty="0">
                <a:solidFill>
                  <a:schemeClr val="bg1"/>
                </a:solidFill>
              </a:rPr>
              <a:t>Τα πεδία Τ350 και Τ500 πρέπει να έχουν υποχρεωτικά 5 τιμές το καθένα.</a:t>
            </a:r>
            <a:br>
              <a:rPr lang="el-GR" dirty="0">
                <a:solidFill>
                  <a:schemeClr val="bg1"/>
                </a:solidFill>
              </a:rPr>
            </a:br>
            <a:br>
              <a:rPr lang="el-GR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el-GR" dirty="0" err="1">
                <a:solidFill>
                  <a:schemeClr val="bg1"/>
                </a:solidFill>
              </a:rPr>
              <a:t>άρος</a:t>
            </a:r>
            <a:r>
              <a:rPr lang="el-GR" dirty="0">
                <a:solidFill>
                  <a:schemeClr val="bg1"/>
                </a:solidFill>
              </a:rPr>
              <a:t> αγωγού</a:t>
            </a:r>
            <a:r>
              <a:rPr lang="en-US" dirty="0">
                <a:solidFill>
                  <a:schemeClr val="bg1"/>
                </a:solidFill>
              </a:rPr>
              <a:t> = [kg/m]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l-GR" dirty="0">
                <a:solidFill>
                  <a:schemeClr val="bg1"/>
                </a:solidFill>
              </a:rPr>
              <a:t>Διατομή αγωγού = [</a:t>
            </a:r>
            <a:r>
              <a:rPr lang="en-US" dirty="0">
                <a:solidFill>
                  <a:schemeClr val="bg1"/>
                </a:solidFill>
              </a:rPr>
              <a:t>cm^2</a:t>
            </a:r>
            <a:r>
              <a:rPr lang="el-GR" dirty="0">
                <a:solidFill>
                  <a:schemeClr val="bg1"/>
                </a:solidFill>
              </a:rPr>
              <a:t>]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</a:t>
            </a:r>
            <a:r>
              <a:rPr lang="el-GR" dirty="0" err="1">
                <a:solidFill>
                  <a:schemeClr val="bg1"/>
                </a:solidFill>
              </a:rPr>
              <a:t>έτρο</a:t>
            </a:r>
            <a:r>
              <a:rPr lang="el-GR" dirty="0">
                <a:solidFill>
                  <a:schemeClr val="bg1"/>
                </a:solidFill>
              </a:rPr>
              <a:t> ελαστικότητας = [</a:t>
            </a:r>
            <a:r>
              <a:rPr lang="en-US" dirty="0">
                <a:solidFill>
                  <a:schemeClr val="bg1"/>
                </a:solidFill>
              </a:rPr>
              <a:t>kg/m^2</a:t>
            </a:r>
            <a:r>
              <a:rPr lang="el-GR" dirty="0">
                <a:solidFill>
                  <a:schemeClr val="bg1"/>
                </a:solidFill>
              </a:rPr>
              <a:t>]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T350/T500 = [kg]</a:t>
            </a:r>
          </a:p>
        </p:txBody>
      </p:sp>
    </p:spTree>
    <p:extLst>
      <p:ext uri="{BB962C8B-B14F-4D97-AF65-F5344CB8AC3E}">
        <p14:creationId xmlns:p14="http://schemas.microsoft.com/office/powerpoint/2010/main" val="4154786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163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Giorgos Athanasiadis</dc:creator>
  <cp:lastModifiedBy>Giorgos Athanasiadis</cp:lastModifiedBy>
  <cp:revision>1</cp:revision>
  <dcterms:created xsi:type="dcterms:W3CDTF">2026-05-03T18:15:50Z</dcterms:created>
  <dcterms:modified xsi:type="dcterms:W3CDTF">2026-05-03T18:48:07Z</dcterms:modified>
</cp:coreProperties>
</file>